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[20 s]  Hola, soy Jay, de QWATT. QWATT ayuda a la solar pequeña a demostrar lo que generó: un medidor, compuertas de física y un registro en Stellar que cualquiera puede verificar. El token es un recibo; el producto es el registro. Y en un minuto van a intentar engañarlo.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[38 s]  Tres personas. Un edificio que comparte un techo solar: un medidor, muchos vecinos, una discusión permanente. Un cliente con PPA detrás del medidor: solo le queda confiar en el medidor del vendedor. Y un prosumidor con net billing: un solo número en la boleta. ¿Cómo se verifica hoy? Visitas a terreno, estados de cuenta y planillas. Resultado: la solar pequeña queda fuera de los mercados de atributos y del financiamiento, porque verificar cuesta más de lo que rinde. La confianza es cara. QWATT la hace casi gratis.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[60 s]  Esto está vivo en qwatt.org/verificacion: «Intenta falsificar un evento». Preset «Intervalo honesto»: medidor A 11,8 watt-hora, medidor B 11,6. Cuatro compuertas: plausibilidad, techo de placa, elevación solar y acuerdo entre medidores. ACEPTADO: emite 0,0000116 QWATT, siempre por el menor de los dos medidores. Ahora «Generar de noche»: las 23:00, sol a menos 41 grados. RECHAZADO, compuerta G2. Ahora ustedes: díganme un número para el medidor A. [mueve el slider A y lee el veredicto] Sobre 14,4 lo frena el techo de placa; lejos del medidor B, el acuerdo entre medidores. Solo pasa si es honesto. Y este sello, spec 1.0.0, es la huella exacta de las reglas que juzgaron. Los rechazos se publican, no se esconden.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[45 s]  ¿Por qué Stellar? Uno: atomicidad. Cada lote es una transacción con tres operaciones: el hash de la evidencia en manageData, el contador en megawatt-hora, y el pago. Pasan las tres o ninguna: registro, contador y recibo no pueden divergir. Dos: multifirma nativa, la construimos en la semana tres. Un 2-de-3 sin escribir un contrato: proponente, un verificador independiente que re-ejecuta las compuertas desde datos publicados, y un tercer firmante fuera del equipo. Ninguna llave sola, ni la nuestra, podrá escribir un registro. Tres: costo. 288 anclajes al día cuestan cerca de un dólar por sitio al año. Finalidad bajo cinco segundos, todo público en stellar.expert.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[45 s]  En agosto ganamos el hackathon de Stellar en Santiago y en los días siguientes construimos QWATT. El activo está en testnet desde el 22 de agosto: 42,7 millones de QWATT, dos trustlines. 82 chequeos automáticos: 37 de conformidad, 24 adversariales y 21 de ingesta; la misma mañana por Modbus, HTTP y CSV da registros idénticos byte a byte. Con Stellar Barrio postulamos a Instawards: la primera SOW fue rechazada por depender de un solo operador; la versión tres responde con multifirma, y la semana uno ya está entregada. Y lo que no existe: cero megawatt-hora reales anclados, cero clientes, cero ingresos, cero mainnet. El explorador está vacío, a propósito.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[40 s]  Del sprint de 30 días, la semana uno está entregada: ingesta. Semana dos, cadena de evidencia. Semana tres, el 2-de-3 con verificador independiente. Semana cuatro, feed público y corrida en vivo. El hito medible, a mediados de octubre: siete días seguidos de lotes anclados con 2-de-3 en testnet, con fallas inyectadas y un registro público de rechazos que no esté vacío. Después, el primer megawatt-hora real: el banco de 150 watts y el techo de 4,4 kilowatts en El Arrayán. Luego, el verificador en Soroban.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[30 s]  Somos dos. Yo vengo de diez años en energía, en Chile y Corea: operé diez plantas solares PMGD, 50 megawatts. Conozco los medidores y las discusiones. Diego lleva ingeniería y producto. Tres pedidos: un tercer firmante del ecosistema para una llave del 2-de-3, antes del día 10; un edificio o instalador con techo solar compartido; y una intro a un registro de atributos renovables o a una auditora. Lo que viene: siete días sin tocar nada. Gracias.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ingu\AppData\Local\Temp\claude\D--quorelia-QWATT-QWATT\61f3ba40-3103-4f86-be6e-640c79fdb5ac\scratchpad\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4663440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4663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QWATT  ·  qwatt.org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3931920" y="4663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STELLARBARRIO DEMO DAY  ·  SANTIAGO  ·  STELLAR TESTNET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ingu\AppData\Local\Temp\claude\D--quorelia-QWATT-QWATT\61f3ba40-3103-4f86-be6e-640c79fdb5ac\scratchpad\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50292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8308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spc="14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QWATT</a:t>
            </a:r>
            <a:endParaRPr lang="en-US" sz="7200" dirty="0"/>
          </a:p>
        </p:txBody>
      </p:sp>
      <p:sp>
        <p:nvSpPr>
          <p:cNvPr id="4" name="Shape 1"/>
          <p:cNvSpPr/>
          <p:nvPr/>
        </p:nvSpPr>
        <p:spPr>
          <a:xfrm>
            <a:off x="1463040" y="2852928"/>
            <a:ext cx="6217920" cy="566928"/>
          </a:xfrm>
          <a:prstGeom prst="rect">
            <a:avLst/>
          </a:prstGeom>
          <a:solidFill>
            <a:srgbClr val="F7E12E"/>
          </a:solidFill>
          <a:ln w="12700">
            <a:solidFill>
              <a:srgbClr val="F7E12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463040" y="2852928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spc="200" kern="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MAKES ENERGY CLAIMS FALSIFIABLE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88720" y="361188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QWATT helps small solar producers prove what they generated, through physics-gated, independently verifiable records anchored on Stellar.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STELLAR TESTNET  ·  SANTIAGO, CHILE  ·  STELLARBARRIO DEMO DAY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7E1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· 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TRUST IS THE MOST EXPENSIVE PART OF SMALL SOLAR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F7E1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SHARED ROOF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304288"/>
            <a:ext cx="914400" cy="45720"/>
          </a:xfrm>
          <a:prstGeom prst="rect">
            <a:avLst/>
          </a:prstGeom>
          <a:solidFill>
            <a:srgbClr val="F7E12E"/>
          </a:solidFill>
          <a:ln w="12700">
            <a:solidFill>
              <a:srgbClr val="F7E1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45059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meter, many neighbors, a permanent argument.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64408" y="16916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F7E1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PPA CLIENT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264408" y="2304288"/>
            <a:ext cx="914400" cy="45720"/>
          </a:xfrm>
          <a:prstGeom prst="rect">
            <a:avLst/>
          </a:prstGeom>
          <a:solidFill>
            <a:srgbClr val="F7E12E"/>
          </a:solidFill>
          <a:ln w="12700">
            <a:solidFill>
              <a:srgbClr val="F7E1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4408" y="245059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to trust the seller’s own meter.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71616" y="16916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F7E1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NET BILLING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071616" y="2304288"/>
            <a:ext cx="914400" cy="45720"/>
          </a:xfrm>
          <a:prstGeom prst="rect">
            <a:avLst/>
          </a:prstGeom>
          <a:solidFill>
            <a:srgbClr val="F7E12E"/>
          </a:solidFill>
          <a:ln w="12700">
            <a:solidFill>
              <a:srgbClr val="F7E1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71616" y="245059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number on a utility bill. Ley 21.118.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8229600" cy="713232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611880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Today’s proof: site visits, statements, spreadsheets.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Verifying costs more than small solar earns.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7E1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·  SOLUTION  ·  LIVE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LIVE: TRY TO FALSIFY AN EVENT</a:t>
            </a:r>
            <a:endParaRPr lang="en-US" sz="3400" dirty="0"/>
          </a:p>
        </p:txBody>
      </p:sp>
      <p:pic>
        <p:nvPicPr>
          <p:cNvPr id="4" name="Image 0" descr="C:\Users\Chingu\AppData\Local\Temp\claude\D--quorelia-QWATT-QWATT\61f3ba40-3103-4f86-be6e-640c79fdb5ac\scratchpad\shot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548640"/>
            <a:ext cx="4343400" cy="26149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480560" y="548640"/>
            <a:ext cx="4343400" cy="2614904"/>
          </a:xfrm>
          <a:prstGeom prst="rect">
            <a:avLst/>
          </a:prstGeom>
          <a:ln w="9525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480560" y="321840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7E1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qwatt.org/verificacion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1691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E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16916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interval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11.8 / 11.6 Wh  →  ACCEPTED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22199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E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22219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at night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sun at −41°  →  REJECTED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2752344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E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" y="275234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number on meter 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four gates decide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3282696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E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31520" y="328269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verdict stamped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1.0.0 · 056f1b51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4069080"/>
            <a:ext cx="1243584" cy="384048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406908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700784" y="4069080"/>
            <a:ext cx="1536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E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854403" y="4069080"/>
            <a:ext cx="1243584" cy="384048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854403" y="406908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097987" y="4069080"/>
            <a:ext cx="1536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E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251606" y="4069080"/>
            <a:ext cx="1243584" cy="384048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51606" y="406908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495190" y="4069080"/>
            <a:ext cx="1536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E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648810" y="4069080"/>
            <a:ext cx="1243584" cy="384048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648810" y="406908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VERIFIER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892394" y="4069080"/>
            <a:ext cx="1536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E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046013" y="4069080"/>
            <a:ext cx="1243584" cy="384048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46013" y="406908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2-OF-3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289597" y="4069080"/>
            <a:ext cx="1536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E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443216" y="4069080"/>
            <a:ext cx="1243584" cy="384048"/>
          </a:xfrm>
          <a:prstGeom prst="rect">
            <a:avLst/>
          </a:prstGeom>
          <a:solidFill>
            <a:srgbClr val="F7E12E"/>
          </a:solidFill>
          <a:ln w="9525">
            <a:solidFill>
              <a:srgbClr val="F7E12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443216" y="406908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STELLAR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7E1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·  WHY STELLAR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RECORD, COUNTER AND RECEIPT CANNOT DIVERGE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846320" cy="269748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647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STELLAR TRANSACTION PER BATCH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2167128"/>
            <a:ext cx="4389120" cy="438912"/>
          </a:xfrm>
          <a:prstGeom prst="rect">
            <a:avLst/>
          </a:prstGeom>
          <a:solidFill>
            <a:srgbClr val="000000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6712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E1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manageData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216712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qwatt.anchor.sha256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0" y="216712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hash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2715768"/>
            <a:ext cx="4389120" cy="438912"/>
          </a:xfrm>
          <a:prstGeom prst="rect">
            <a:avLst/>
          </a:prstGeom>
          <a:solidFill>
            <a:srgbClr val="000000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71576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E1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manageData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271576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qwatt.cumulative_mwh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0" y="271576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MWh counter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264408"/>
            <a:ext cx="4389120" cy="438912"/>
          </a:xfrm>
          <a:prstGeom prst="rect">
            <a:avLst/>
          </a:prstGeom>
          <a:solidFill>
            <a:srgbClr val="000000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26440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E1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326440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QWATT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0" y="32644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5800" y="384962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F7E1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ALL THREE OR NONE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623560" y="1554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rgbClr val="F7E1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 OF 3</a:t>
            </a:r>
            <a:endParaRPr lang="en-US" sz="4000" dirty="0"/>
          </a:p>
        </p:txBody>
      </p:sp>
      <p:sp>
        <p:nvSpPr>
          <p:cNvPr id="20" name="Shape 18"/>
          <p:cNvSpPr/>
          <p:nvPr/>
        </p:nvSpPr>
        <p:spPr>
          <a:xfrm>
            <a:off x="5623560" y="2258568"/>
            <a:ext cx="914400" cy="45720"/>
          </a:xfrm>
          <a:prstGeom prst="rect">
            <a:avLst/>
          </a:prstGeom>
          <a:solidFill>
            <a:srgbClr val="F7E12E"/>
          </a:solidFill>
          <a:ln w="12700">
            <a:solidFill>
              <a:srgbClr val="F7E1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3560" y="23774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multisig, no contract. Proposer, independent verifier, off-team signer. Sprint week 3.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23560" y="3017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rgbClr val="F7E1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≈ USD 1</a:t>
            </a:r>
            <a:endParaRPr lang="en-US" sz="4000" dirty="0"/>
          </a:p>
        </p:txBody>
      </p:sp>
      <p:sp>
        <p:nvSpPr>
          <p:cNvPr id="23" name="Shape 21"/>
          <p:cNvSpPr/>
          <p:nvPr/>
        </p:nvSpPr>
        <p:spPr>
          <a:xfrm>
            <a:off x="5623560" y="3721608"/>
            <a:ext cx="914400" cy="45720"/>
          </a:xfrm>
          <a:prstGeom prst="rect">
            <a:avLst/>
          </a:prstGeom>
          <a:solidFill>
            <a:srgbClr val="F7E12E"/>
          </a:solidFill>
          <a:ln w="12700">
            <a:solidFill>
              <a:srgbClr val="F7E1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23560" y="3840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site per year, anchoring every 5 minutes. Finality under 5 seconds.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7E1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·  TRACTION  ·  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WHAT EXISTS TODAY, AND WHAT DOESN’T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dirty="0">
                <a:solidFill>
                  <a:srgbClr val="F7E1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AUG 2026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2267712"/>
            <a:ext cx="731520" cy="45720"/>
          </a:xfrm>
          <a:prstGeom prst="rect">
            <a:avLst/>
          </a:prstGeom>
          <a:solidFill>
            <a:srgbClr val="F7E12E"/>
          </a:solidFill>
          <a:ln w="12700">
            <a:solidFill>
              <a:srgbClr val="F7E1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774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Won the Stellar hackathon Santiago, then built QWATT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90088" y="164592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dirty="0">
                <a:solidFill>
                  <a:srgbClr val="F7E1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42.7M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2990088" y="2267712"/>
            <a:ext cx="731520" cy="45720"/>
          </a:xfrm>
          <a:prstGeom prst="rect">
            <a:avLst/>
          </a:prstGeom>
          <a:solidFill>
            <a:srgbClr val="F7E12E"/>
          </a:solidFill>
          <a:ln w="12700">
            <a:solidFill>
              <a:srgbClr val="F7E1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0088" y="23774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QWATT on testnet since Aug 22, with 2 trustlines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dirty="0">
                <a:solidFill>
                  <a:srgbClr val="F7E1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82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457200" y="3502152"/>
            <a:ext cx="731520" cy="45720"/>
          </a:xfrm>
          <a:prstGeom prst="rect">
            <a:avLst/>
          </a:prstGeom>
          <a:solidFill>
            <a:srgbClr val="F7E12E"/>
          </a:solidFill>
          <a:ln w="12700">
            <a:solidFill>
              <a:srgbClr val="F7E1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611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checks: 37 conformance · 24 adversarial · 21 ingestion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90088" y="288036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2990088" y="3502152"/>
            <a:ext cx="7315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90088" y="3611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MWh anchored, customers, revenue, mainnet — yet</a:t>
            </a:r>
            <a:endParaRPr lang="en-US" sz="1200" dirty="0"/>
          </a:p>
        </p:txBody>
      </p:sp>
      <p:pic>
        <p:nvPicPr>
          <p:cNvPr id="16" name="Image 0" descr="C:\Users\Chingu\AppData\Local\Temp\claude\D--quorelia-QWATT-QWATT\61f3ba40-3103-4f86-be6e-640c79fdb5ac\scratchpad\shot-expert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658368"/>
            <a:ext cx="3246120" cy="1348536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532120" y="658368"/>
            <a:ext cx="3246120" cy="1348536"/>
          </a:xfrm>
          <a:prstGeom prst="rect">
            <a:avLst/>
          </a:prstGeom>
          <a:ln w="9525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32120" y="2052624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stellar.expert  ·  testnet asset QWATT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532120" y="2514600"/>
            <a:ext cx="3246120" cy="178308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15000" y="2633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7E1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INSTAWARDS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715000" y="2944368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SOW v1 rejected: it depended on one operator.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answers with 2-of-3 multisig.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week 1 shipped.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7E1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·  ROADMAP  ·  NEXT MILESTONE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NEXT: 7 UNATTENDED DAYS ON TESTNET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51560" y="2011680"/>
            <a:ext cx="7040880" cy="0"/>
          </a:xfrm>
          <a:prstGeom prst="line">
            <a:avLst/>
          </a:prstGeom>
          <a:noFill/>
          <a:ln w="19050">
            <a:solidFill>
              <a:srgbClr val="F7E1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20240"/>
            <a:ext cx="182880" cy="182880"/>
          </a:xfrm>
          <a:prstGeom prst="ellipse">
            <a:avLst/>
          </a:prstGeom>
          <a:solidFill>
            <a:srgbClr val="F7E12E"/>
          </a:solidFill>
          <a:ln w="19050">
            <a:solidFill>
              <a:srgbClr val="F7E1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4173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WEEK 1  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22860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Meter-agnostic ingestion, shipped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07080" y="1920240"/>
            <a:ext cx="182880" cy="18288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F7E1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1260" y="14173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WEEKS 2–3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461260" y="22860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chain · 2-of-3 with an independent verifier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08320" y="1874520"/>
            <a:ext cx="274320" cy="274320"/>
          </a:xfrm>
          <a:prstGeom prst="ellipse">
            <a:avLst/>
          </a:prstGeom>
          <a:solidFill>
            <a:srgbClr val="F7E12E"/>
          </a:solidFill>
          <a:ln w="19050">
            <a:solidFill>
              <a:srgbClr val="F7E1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8220" y="14173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7E1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MID-OCTOBER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08220" y="22860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days of 2-of-3 anchored batches, public rejection log not empty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01000" y="1920240"/>
            <a:ext cx="182880" cy="18288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F7E1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14173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49440" y="22860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real MWh on the 150 Wp bench and the 4.4 kWp roof, then a Soroban verifier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611880"/>
            <a:ext cx="8229600" cy="713232"/>
          </a:xfrm>
          <a:prstGeom prst="rect">
            <a:avLst/>
          </a:prstGeom>
          <a:solidFill>
            <a:srgbClr val="F7E12E"/>
          </a:solidFill>
          <a:ln w="12700">
            <a:solidFill>
              <a:srgbClr val="F7E1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61188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100" kern="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7 × 24 H OF 2-OF-3 ANCHORING  ·  FAULTS INJECTED  ·  REJECTIONS PUBLISHED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7E1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·  TEAM  · 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TWO FOUNDERS. THREE ASKS.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7E1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883664"/>
            <a:ext cx="731520" cy="45720"/>
          </a:xfrm>
          <a:prstGeom prst="rect">
            <a:avLst/>
          </a:prstGeom>
          <a:solidFill>
            <a:srgbClr val="F7E12E"/>
          </a:solidFill>
          <a:ln w="12700">
            <a:solidFill>
              <a:srgbClr val="F7E1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1168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Jae Hee (Jay) Kim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years in energy operations, Chile and Korea. Operated 10 PMGD solar plants, 50 MW.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Diego Ostertag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and product.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0" y="15727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7E1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ASK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883664"/>
            <a:ext cx="731520" cy="45720"/>
          </a:xfrm>
          <a:prstGeom prst="rect">
            <a:avLst/>
          </a:prstGeom>
          <a:solidFill>
            <a:srgbClr val="F7E12E"/>
          </a:solidFill>
          <a:ln w="12700">
            <a:solidFill>
              <a:srgbClr val="F7E1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0116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7E1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983480" y="2048256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off-team signer: your key in the 2-of-3, by sprint day 10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615184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7E1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983480" y="265176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design partner with a shared rooftop array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321868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7E1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983480" y="3255264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intro to a renewable-attribute registry or an auditor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7E1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NEXT: SEVEN DAYS WITHOUT TOUCHING ANYTHING.</a:t>
            </a:r>
            <a:pPr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jay@quorelia.org  ·  qwatt.org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QWATT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QWATT — Stellarbarrio Demo Day</dc:title>
  <dc:subject>PptxGenJS Presentation</dc:subject>
  <dc:creator>QWATT</dc:creator>
  <cp:lastModifiedBy>QWATT</cp:lastModifiedBy>
  <cp:revision>1</cp:revision>
  <dcterms:created xsi:type="dcterms:W3CDTF">2026-09-25T11:51:20Z</dcterms:created>
  <dcterms:modified xsi:type="dcterms:W3CDTF">2026-09-25T11:51:20Z</dcterms:modified>
</cp:coreProperties>
</file>